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Learning Paths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AI Foundations to Production Agents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 AI Transformation Initiative |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Progressive Learning Paths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Foundations &amp;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Essentials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hours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at Gladly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Fundamentals (60m)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Claude Desktop Nav (30m)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Effective Prompting (45m)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Basics (45m)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Agentic AI Concepts (45m)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with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 hours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Contributors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Claude Code in Action (1hr)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Planning Mode Mastery (1hr)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Claude Skills Creation (90m)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Projects Setup (45m)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Automations (90m)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463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15-20 hours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AI Team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Claude Code Deep Dive (30m)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 SDK Workshop (2hr)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MCP Integration (90m)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Multi-Agent Systems (90m)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(3hr)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Paths → 9 Agents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Beginner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Intermediate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Advanced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Content Engine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Prompting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Skills creation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Production deploy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Design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Projects setup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Figma MCP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Campaign Orchestration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Marketo MCP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Analytics &amp; Reporting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AI concepts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Skills, Projects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Multi-source data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PMM Sidekick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Prompting, Git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Skills, Projects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Slack + SFDC MCP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Competitive Intel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Web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Monitoring systems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Web &amp; Development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Git basics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Claude Code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CMS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Customer Presentations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9999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Skills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GSlides + SFDC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Social Media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Prompting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Content Skills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Multi-agent orch.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path unlocks capabilities needed for specific agents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Path by Role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Recommended Path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Priority Agents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All Employees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</a:rPr>
                        <a:t>Beginner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 PMM Sidekick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Marketing Managers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</a:rPr>
                        <a:t>Intermediate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Content Engine, Social Media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Marketing Ops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59B6"/>
                          </a:solidFill>
                        </a:rPr>
                        <a:t>Advanced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Campaign Orchestration, Analytics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PMMs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Intermediate → Advanced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PMM Sidekick, Competitive Intel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Designers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</a:rPr>
                        <a:t>Intermediate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Design Automation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Web 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B59B6"/>
                          </a:solidFill>
                        </a:rPr>
                        <a:t>Advanced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Web &amp; Development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Sales / CS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Beginner + Intermediate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Customer Presentations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0" y="4663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B8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Gladly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Learning Paths</dc:title>
  <dc:subject>PptxGenJS Presentation</dc:subject>
  <dc:creator>Steve West</dc:creator>
  <cp:lastModifiedBy>Steve West</cp:lastModifiedBy>
  <cp:revision>1</cp:revision>
  <dcterms:created xsi:type="dcterms:W3CDTF">2026-02-02T16:50:14Z</dcterms:created>
  <dcterms:modified xsi:type="dcterms:W3CDTF">2026-02-02T16:50:14Z</dcterms:modified>
</cp:coreProperties>
</file>