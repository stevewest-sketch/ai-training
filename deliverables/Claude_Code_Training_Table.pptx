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+ Optional Training</a:t>
            </a:r>
            <a:endParaRPr lang="en-US" sz="3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Name (+ link)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 or Optional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Foundations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AI/ML concepts and fundamentals (60 min)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89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Code in Action (Anthropic)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Claude Code course - tools, context, workflows, hooks (1 hr)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89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Desktop App Overview (Loom)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Navigation between Chat, Cowork, and Code modes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89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Brief Introduction to Git (GitHub)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fundamentals: staging, committing, branching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89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AI Primer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AI concepts for customer service (45 min)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Code 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Code for development tasks (30 min)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Skills Explained (YouTube)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reusable workflows without coding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Mode Deep Dive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Effective planning process for AI coding projects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Gladly Deep Dive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Gladly's AI capabilities and integration patterns (90 min)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0" y="4663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040880" y="4709160"/>
            <a:ext cx="228600" cy="73152"/>
          </a:xfrm>
          <a:prstGeom prst="rect">
            <a:avLst/>
          </a:prstGeom>
          <a:solidFill>
            <a:srgbClr val="00B85D"/>
          </a:solidFill>
          <a:ln/>
        </p:spPr>
      </p:sp>
      <p:sp>
        <p:nvSpPr>
          <p:cNvPr id="6" name="Shape 3"/>
          <p:cNvSpPr/>
          <p:nvPr/>
        </p:nvSpPr>
        <p:spPr>
          <a:xfrm>
            <a:off x="7118604" y="4626864"/>
            <a:ext cx="73152" cy="237744"/>
          </a:xfrm>
          <a:prstGeom prst="rect">
            <a:avLst/>
          </a:prstGeom>
          <a:solidFill>
            <a:srgbClr val="00B85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Training Table</dc:title>
  <dc:subject>PptxGenJS Presentation</dc:subject>
  <dc:creator>Steve West</dc:creator>
  <cp:lastModifiedBy>Steve West</cp:lastModifiedBy>
  <cp:revision>1</cp:revision>
  <dcterms:created xsi:type="dcterms:W3CDTF">2026-02-02T15:00:30Z</dcterms:created>
  <dcterms:modified xsi:type="dcterms:W3CDTF">2026-02-02T15:00:30Z</dcterms:modified>
</cp:coreProperties>
</file>